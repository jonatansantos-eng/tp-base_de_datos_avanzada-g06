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Inter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-bold.fntdata"/><Relationship Id="rId12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Italic.fntdata"/><Relationship Id="rId14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859535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609600" y="1960364"/>
            <a:ext cx="44053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ENTREGA 4 — TRABAJO PRÁCTICO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388989"/>
            <a:ext cx="910113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Configuración de Producción SQL Server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4126110"/>
            <a:ext cx="78462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Lineamientos de memoria, seguridad y arquitectura física.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62000" y="2712839"/>
            <a:ext cx="3352800" cy="2508646"/>
          </a:xfrm>
          <a:prstGeom prst="roundRect">
            <a:avLst>
              <a:gd fmla="val 60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4419600" y="2712839"/>
            <a:ext cx="3352800" cy="2508646"/>
          </a:xfrm>
          <a:prstGeom prst="roundRect">
            <a:avLst>
              <a:gd fmla="val 60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8077200" y="2712839"/>
            <a:ext cx="3352800" cy="2508646"/>
          </a:xfrm>
          <a:prstGeom prst="roundRect">
            <a:avLst>
              <a:gd fmla="val 60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3170039"/>
            <a:ext cx="24384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3170039"/>
            <a:ext cx="24384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4400" y="3170039"/>
            <a:ext cx="2438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Parámetros de Instalación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19200" y="3855839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Edición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19200" y="4284464"/>
            <a:ext cx="2533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SQL Server 2022 Developer Edition.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876800" y="3855839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Servicios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876800" y="4284464"/>
            <a:ext cx="2533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Exclusivamente Database Engine Services.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34400" y="3855839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Intercalación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34400" y="4284464"/>
            <a:ext cx="25336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Modern_Spanish_CI_AS por defecto.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0"/>
            <a:ext cx="533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1344959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LÍMITES DE RAM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1687859"/>
            <a:ext cx="5700712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Prevención de Inanición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3150840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12 GB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62000" y="391284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Memoria Máxima (Max Server Memory).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4522440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 GB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528444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Memoria Mínima (Min Server Memory).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Modelo de Seguridad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62000" y="1990725"/>
            <a:ext cx="297656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2705100"/>
            <a:ext cx="31253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Autenticación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3133725"/>
            <a:ext cx="297656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Modo Mixto activado.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524250" y="1990725"/>
            <a:ext cx="297656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3524250" y="2705100"/>
            <a:ext cx="31253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Cuenta SA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3524250" y="3133725"/>
            <a:ext cx="297656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Deshabilitada y renombrada.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286500" y="1990725"/>
            <a:ext cx="297656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286500" y="2705100"/>
            <a:ext cx="31253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Privilegios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286500" y="3133725"/>
            <a:ext cx="297656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Logins estrictos por roles.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048750" y="1990725"/>
            <a:ext cx="297656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048750" y="2705100"/>
            <a:ext cx="312539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Esquemas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048750" y="3133725"/>
            <a:ext cx="2976562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Uso exclusivo de ddbba.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762000" y="1838325"/>
            <a:ext cx="5029200" cy="4257675"/>
          </a:xfrm>
          <a:prstGeom prst="roundRect">
            <a:avLst>
              <a:gd fmla="val 35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400800" y="1838325"/>
            <a:ext cx="5029200" cy="4257675"/>
          </a:xfrm>
          <a:prstGeom prst="roundRect">
            <a:avLst>
              <a:gd fmla="val 357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762000" y="1838325"/>
            <a:ext cx="76200" cy="42576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6400800" y="1838325"/>
            <a:ext cx="76200" cy="425767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2909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290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6718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4200" y="3281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4200" y="366236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4200" y="404336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762000"/>
            <a:ext cx="114300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Ubicación de Archivos Físicos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295400" y="2295525"/>
            <a:ext cx="530066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Archivos de Datos (.mdf)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934200" y="2295525"/>
            <a:ext cx="434054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Registro de Transacciones (.ldf)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619250" y="28956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Disco dedicado.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619250" y="32766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Optimizado para lectura.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619250" y="3657600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Autocrecimiento: 512 MB.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7258050" y="32670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Volumen separado.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258050" y="36480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Escritura secuencial.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258050" y="4029075"/>
            <a:ext cx="472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Autocrecimiento: 256 MB.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2376785" y="2703165"/>
            <a:ext cx="7438429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Entorno Preparado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2524125" y="3602235"/>
            <a:ext cx="7143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Infraestructura lista para soportar la carga del sistema.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